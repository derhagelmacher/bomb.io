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256" y="2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9725730" cy="2226769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bomb.io – Browserbasiertes Multiplayer-Spiel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708" y="3640633"/>
            <a:ext cx="9725730" cy="2487212"/>
          </a:xfrm>
        </p:spPr>
        <p:txBody>
          <a:bodyPr anchor="ctr">
            <a:normAutofit/>
          </a:bodyPr>
          <a:lstStyle/>
          <a:p>
            <a:pPr algn="l"/>
            <a:r>
              <a:rPr lang="de-DE" dirty="0">
                <a:solidFill>
                  <a:schemeClr val="tx2"/>
                </a:solidFill>
              </a:rPr>
              <a:t>Nicolas · Loic · Mario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Ausgangslage &amp; Problemstellung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 dirty="0">
                <a:solidFill>
                  <a:schemeClr val="tx2"/>
                </a:solidFill>
              </a:rPr>
              <a:t>Viele bestehende .</a:t>
            </a:r>
            <a:r>
              <a:rPr lang="de-DE" sz="1800" dirty="0" err="1">
                <a:solidFill>
                  <a:schemeClr val="tx2"/>
                </a:solidFill>
              </a:rPr>
              <a:t>io</a:t>
            </a:r>
            <a:r>
              <a:rPr lang="de-DE" sz="1800" dirty="0">
                <a:solidFill>
                  <a:schemeClr val="tx2"/>
                </a:solidFill>
              </a:rPr>
              <a:t>-Games sind technisch sehr einfach aufgebaut</a:t>
            </a:r>
          </a:p>
          <a:p>
            <a:r>
              <a:rPr lang="de-DE" sz="1800" dirty="0">
                <a:solidFill>
                  <a:schemeClr val="tx2"/>
                </a:solidFill>
              </a:rPr>
              <a:t>Fehlende saubere Trennung zwischen Client und Server</a:t>
            </a:r>
          </a:p>
          <a:p>
            <a:r>
              <a:rPr lang="de-DE" sz="1800" dirty="0">
                <a:solidFill>
                  <a:schemeClr val="tx2"/>
                </a:solidFill>
              </a:rPr>
              <a:t>Probleme bei Fairness, Synchronisation und Performance</a:t>
            </a:r>
          </a:p>
          <a:p>
            <a:r>
              <a:rPr lang="de-DE" sz="1800" dirty="0">
                <a:solidFill>
                  <a:schemeClr val="tx2"/>
                </a:solidFill>
              </a:rPr>
              <a:t>Motivation: eigenes Multiplayer-Spiel mit stabiler Architektur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Zielsetzung &amp; Abgrenzung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Funktionierendes Multiplayer-Spiel im Browser</a:t>
            </a:r>
          </a:p>
          <a:p>
            <a:r>
              <a:rPr lang="de-DE" sz="1800">
                <a:solidFill>
                  <a:schemeClr val="tx2"/>
                </a:solidFill>
              </a:rPr>
              <a:t>Zentrale serverseitige Spiel-Logik</a:t>
            </a:r>
          </a:p>
          <a:p>
            <a:r>
              <a:rPr lang="de-DE" sz="1800">
                <a:solidFill>
                  <a:schemeClr val="tx2"/>
                </a:solidFill>
              </a:rPr>
              <a:t>Echtzeit-Reaktion zwischen mehreren Spielern</a:t>
            </a:r>
          </a:p>
          <a:p>
            <a:r>
              <a:rPr lang="de-DE" sz="1800">
                <a:solidFill>
                  <a:schemeClr val="tx2"/>
                </a:solidFill>
              </a:rPr>
              <a:t>Abgrenzung: kein Ranking, kein Matchmaking, kein Mobile-Client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Gesamtarchitektur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Browser-Client für Darstellung und Eingaben</a:t>
            </a:r>
          </a:p>
          <a:p>
            <a:r>
              <a:rPr lang="de-DE" sz="1800">
                <a:solidFill>
                  <a:schemeClr val="tx2"/>
                </a:solidFill>
              </a:rPr>
              <a:t>Backend als zentrale Instanz für Spiel-Logik</a:t>
            </a:r>
          </a:p>
          <a:p>
            <a:r>
              <a:rPr lang="de-DE" sz="1800">
                <a:solidFill>
                  <a:schemeClr val="tx2"/>
                </a:solidFill>
              </a:rPr>
              <a:t>Echtzeit-Kommunikation zwischen Client und Server</a:t>
            </a:r>
          </a:p>
          <a:p>
            <a:r>
              <a:rPr lang="de-DE" sz="1800">
                <a:solidFill>
                  <a:schemeClr val="tx2"/>
                </a:solidFill>
              </a:rPr>
              <a:t>Server ist autoritativ für den Spielzustand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Technische Umsetzung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Browserbasierter Client für einfache Zugänglichkeit</a:t>
            </a:r>
          </a:p>
          <a:p>
            <a:r>
              <a:rPr lang="de-DE" sz="1800">
                <a:solidFill>
                  <a:schemeClr val="tx2"/>
                </a:solidFill>
              </a:rPr>
              <a:t>Server berechnet Spielereignisse und Kollisionen</a:t>
            </a:r>
          </a:p>
          <a:p>
            <a:r>
              <a:rPr lang="de-DE" sz="1800">
                <a:solidFill>
                  <a:schemeClr val="tx2"/>
                </a:solidFill>
              </a:rPr>
              <a:t>Echtzeit-Kommunikation statt klassischer Seitenaufrufe</a:t>
            </a:r>
          </a:p>
          <a:p>
            <a:r>
              <a:rPr lang="de-DE" sz="1800">
                <a:solidFill>
                  <a:schemeClr val="tx2"/>
                </a:solidFill>
              </a:rPr>
              <a:t>Klare Trennung zwischen Darstellung und Logik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Herausforderungen &amp; Lösungen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Gleichzeitige Aktionen mehrerer Spieler</a:t>
            </a:r>
          </a:p>
          <a:p>
            <a:r>
              <a:rPr lang="de-DE" sz="1800">
                <a:solidFill>
                  <a:schemeClr val="tx2"/>
                </a:solidFill>
              </a:rPr>
              <a:t>Synchronisation aller Clients</a:t>
            </a:r>
          </a:p>
          <a:p>
            <a:r>
              <a:rPr lang="de-DE" sz="1800">
                <a:solidFill>
                  <a:schemeClr val="tx2"/>
                </a:solidFill>
              </a:rPr>
              <a:t>Performance bei steigender Spieleranzahl</a:t>
            </a:r>
          </a:p>
          <a:p>
            <a:r>
              <a:rPr lang="de-DE" sz="1800">
                <a:solidFill>
                  <a:schemeClr val="tx2"/>
                </a:solidFill>
              </a:rPr>
              <a:t>Lösung: serverseitige Berechnung und reduzierte Datenübertragung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Live-Demonstration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Spiel im Browser (deployed)</a:t>
            </a:r>
          </a:p>
          <a:p>
            <a:r>
              <a:rPr lang="de-DE" sz="1800">
                <a:solidFill>
                  <a:schemeClr val="tx2"/>
                </a:solidFill>
              </a:rPr>
              <a:t>Spieler bewegen sich auf der Karte</a:t>
            </a:r>
          </a:p>
          <a:p>
            <a:r>
              <a:rPr lang="de-DE" sz="1800">
                <a:solidFill>
                  <a:schemeClr val="tx2"/>
                </a:solidFill>
              </a:rPr>
              <a:t>Bomben platzieren und Explosionen auslösen</a:t>
            </a:r>
          </a:p>
          <a:p>
            <a:r>
              <a:rPr lang="de-DE" sz="1800">
                <a:solidFill>
                  <a:schemeClr val="tx2"/>
                </a:solidFill>
              </a:rPr>
              <a:t>Reaktionen anderer Spieler in Echtzeit sichtbar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Qualität &amp;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Manuelle Funktionstests während der Entwicklung</a:t>
            </a:r>
          </a:p>
          <a:p>
            <a:r>
              <a:rPr lang="de-DE" sz="1800">
                <a:solidFill>
                  <a:schemeClr val="tx2"/>
                </a:solidFill>
              </a:rPr>
              <a:t>Tests mit mehreren gleichzeitigen Spielern</a:t>
            </a:r>
          </a:p>
          <a:p>
            <a:r>
              <a:rPr lang="de-DE" sz="1800">
                <a:solidFill>
                  <a:schemeClr val="tx2"/>
                </a:solidFill>
              </a:rPr>
              <a:t>Fokus auf Stabilität und Spielbarkeit</a:t>
            </a:r>
          </a:p>
          <a:p>
            <a:r>
              <a:rPr lang="de-DE" sz="1800">
                <a:solidFill>
                  <a:schemeClr val="tx2"/>
                </a:solidFill>
              </a:rPr>
              <a:t>Keine vollständige automatisierte Testabdeckung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Ergebnis &amp; Nutzen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Multiplayer-Spiel funktioniert stabil im Browser</a:t>
            </a:r>
          </a:p>
          <a:p>
            <a:r>
              <a:rPr lang="de-DE" sz="1800">
                <a:solidFill>
                  <a:schemeClr val="tx2"/>
                </a:solidFill>
              </a:rPr>
              <a:t>Zentrale Logik verhindert Inkonsistenzen</a:t>
            </a:r>
          </a:p>
          <a:p>
            <a:r>
              <a:rPr lang="de-DE" sz="1800">
                <a:solidFill>
                  <a:schemeClr val="tx2"/>
                </a:solidFill>
              </a:rPr>
              <a:t>Projekt zeigt Verständnis für Echtzeit-Applikationen</a:t>
            </a:r>
          </a:p>
          <a:p>
            <a:r>
              <a:rPr lang="de-DE" sz="1800">
                <a:solidFill>
                  <a:schemeClr val="tx2"/>
                </a:solidFill>
              </a:rPr>
              <a:t>Gute Basis für zukünftige Erweiterungen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 dirty="0">
                <a:solidFill>
                  <a:schemeClr val="tx2"/>
                </a:solidFill>
              </a:rPr>
              <a:t>DIY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3700">
                <a:solidFill>
                  <a:schemeClr val="bg1"/>
                </a:solidFill>
              </a:rPr>
              <a:t>Verbesserungspotential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Leistungsstärkere Server-Hardware einsetzen</a:t>
            </a:r>
          </a:p>
          <a:p>
            <a:r>
              <a:rPr lang="de-DE" sz="1800">
                <a:solidFill>
                  <a:schemeClr val="tx2"/>
                </a:solidFill>
              </a:rPr>
              <a:t>Optimierung der Server-Prozesse</a:t>
            </a:r>
          </a:p>
          <a:p>
            <a:r>
              <a:rPr lang="de-DE" sz="1800">
                <a:solidFill>
                  <a:schemeClr val="tx2"/>
                </a:solidFill>
              </a:rPr>
              <a:t>Reduktion der Rechenlast pro Spiel-Tick</a:t>
            </a:r>
          </a:p>
          <a:p>
            <a:r>
              <a:rPr lang="de-DE" sz="1800">
                <a:solidFill>
                  <a:schemeClr val="tx2"/>
                </a:solidFill>
              </a:rPr>
              <a:t>Mehr CPU-Ressourcen für bessere Parallelität notwendig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pPr algn="l"/>
            <a:r>
              <a:rPr lang="de-CH" sz="4800">
                <a:solidFill>
                  <a:schemeClr val="bg1"/>
                </a:solidFill>
              </a:rPr>
              <a:t>Kritische Reflexion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Architektur sinnvoll, aber ausbaufähig</a:t>
            </a:r>
          </a:p>
          <a:p>
            <a:r>
              <a:rPr lang="de-DE" sz="1800">
                <a:solidFill>
                  <a:schemeClr val="tx2"/>
                </a:solidFill>
              </a:rPr>
              <a:t>Performance aktuell durch Hardware limitiert</a:t>
            </a:r>
          </a:p>
          <a:p>
            <a:r>
              <a:rPr lang="de-DE" sz="1800">
                <a:solidFill>
                  <a:schemeClr val="tx2"/>
                </a:solidFill>
              </a:rPr>
              <a:t>Projektumfang realistisch gewählt</a:t>
            </a:r>
          </a:p>
          <a:p>
            <a:r>
              <a:rPr lang="de-DE" sz="1800">
                <a:solidFill>
                  <a:schemeClr val="tx2"/>
                </a:solidFill>
              </a:rPr>
              <a:t>Wichtige Lernerfahrungen im Multiplayer-Bereich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Breitbild</PresentationFormat>
  <Paragraphs>54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bomb.io – Browserbasiertes Multiplayer-Spiel</vt:lpstr>
      <vt:lpstr>Ausgangslage &amp; Problemstellung</vt:lpstr>
      <vt:lpstr>Zielsetzung &amp; Abgrenzung</vt:lpstr>
      <vt:lpstr>Gesamtarchitektur</vt:lpstr>
      <vt:lpstr>Technische Umsetzung</vt:lpstr>
      <vt:lpstr>Herausforderungen &amp; Lösungen</vt:lpstr>
      <vt:lpstr>Live-Demonstration</vt:lpstr>
      <vt:lpstr>Qualität &amp; Tests</vt:lpstr>
      <vt:lpstr>Ergebnis &amp; Nutzen</vt:lpstr>
      <vt:lpstr>Demo</vt:lpstr>
      <vt:lpstr>Verbesserungspotential &amp; Performance</vt:lpstr>
      <vt:lpstr>Kritische Reflexion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Nicolas Ammeter</dc:creator>
  <cp:keywords/>
  <dc:description>generated using python-pptx</dc:description>
  <cp:lastModifiedBy>Nicolas Ammeter</cp:lastModifiedBy>
  <cp:revision>2</cp:revision>
  <dcterms:created xsi:type="dcterms:W3CDTF">2013-01-27T09:14:16Z</dcterms:created>
  <dcterms:modified xsi:type="dcterms:W3CDTF">2026-01-21T12:52:15Z</dcterms:modified>
  <cp:category/>
</cp:coreProperties>
</file>