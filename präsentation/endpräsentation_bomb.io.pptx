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81" d="100"/>
          <a:sy n="81" d="100"/>
        </p:scale>
        <p:origin x="9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E44D0C-F220-5077-B070-1B10E6EB1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3C06DD-5EE6-04A7-914A-AF8465E5B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9608EB-2646-61A8-51A3-45180506B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A280-DBE8-4283-B1A1-AA3C8CDD473E}" type="datetimeFigureOut">
              <a:rPr lang="de-CH" smtClean="0"/>
              <a:t>15.01.2026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E2B33C-928E-2D66-3705-BE546F727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D8D376-3A06-2BF5-4BF2-4154AD8C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A89-B057-4557-ADD3-AE3B7A26EF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09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83DB27-2347-CA69-78BD-6278981B1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9EBB23-151D-6D0A-BC05-C26C4B381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9E2C71-8ACE-2F1D-6883-4E41AE50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A280-DBE8-4283-B1A1-AA3C8CDD473E}" type="datetimeFigureOut">
              <a:rPr lang="de-CH" smtClean="0"/>
              <a:t>15.01.2026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5D635F-1043-4336-7CA2-9CA06DD17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163F07-91D9-863E-9E43-DAD989F66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A89-B057-4557-ADD3-AE3B7A26EF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67985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0E7F9A-C6FE-9086-C8F4-3B1122A0C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8CEF03-6DDA-41E4-F61E-1192B745F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F687FD-7C38-14E2-DF58-4DC007EB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A280-DBE8-4283-B1A1-AA3C8CDD473E}" type="datetimeFigureOut">
              <a:rPr lang="de-CH" smtClean="0"/>
              <a:t>15.01.2026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5CD98C-A71B-C2EB-76A0-9A3DF53A5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5DA6CE-6115-4B21-1B5A-506A6ADB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A89-B057-4557-ADD3-AE3B7A26EF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16014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50A33F-B0A3-0A1B-78CA-20794B50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8ABD72-BFFB-7A68-B648-C5EBCE523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DF0FBDD-08B4-5DE1-6FE0-4648B4F08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0D9D75-7B71-588A-44AC-B010F2D30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A280-DBE8-4283-B1A1-AA3C8CDD473E}" type="datetimeFigureOut">
              <a:rPr lang="de-CH" smtClean="0"/>
              <a:t>15.01.2026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2279FC-574B-8B06-4AEE-925B142DB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7E4941-11BB-D0E4-A3B4-0F47471B8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A89-B057-4557-ADD3-AE3B7A26EF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4799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61EFD4-E324-AFB5-C7C3-E7B0074B1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351EDC-5FBB-7C0C-95E8-80FDD21AE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4007E56-29B7-0982-B905-9970A2A0F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A6E79B8-4B37-6D9B-3D80-17F006017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49D1DB5-7F9B-2132-C56A-6D3198B16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4311B64-5EBD-0F20-F845-94ADC0F5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A280-DBE8-4283-B1A1-AA3C8CDD473E}" type="datetimeFigureOut">
              <a:rPr lang="de-CH" smtClean="0"/>
              <a:t>15.01.2026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81B9009-58ED-06E0-444B-1F4F662EC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6D9C67F-DE45-4345-19EE-383011B15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A89-B057-4557-ADD3-AE3B7A26EF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8005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F5F05F-73D0-6B2F-B8A7-1066DBB4B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2AEE3E-9F89-5EC4-9FFC-E140F121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A280-DBE8-4283-B1A1-AA3C8CDD473E}" type="datetimeFigureOut">
              <a:rPr lang="de-CH" smtClean="0"/>
              <a:t>15.01.2026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BF4DD8-A3A5-B846-4565-47D88EBD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03ADB61-81B0-2D60-61B1-C102EA40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A89-B057-4557-ADD3-AE3B7A26EF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43212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E178217-2EDA-244F-1CCB-DD624C72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A280-DBE8-4283-B1A1-AA3C8CDD473E}" type="datetimeFigureOut">
              <a:rPr lang="de-CH" smtClean="0"/>
              <a:t>15.01.2026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3C5DFD-109A-4EF2-A05C-29F100F56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B910B0-6E47-44C9-82B6-0F8923668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A89-B057-4557-ADD3-AE3B7A26EF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8920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51994-96A7-0B33-433D-1BFD99608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229820-7FD7-76C4-EB9F-2E6484EC9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6305702-4716-3F56-09A3-4666D9674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409F24-EF0E-9DAA-99A3-716CB2B37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A280-DBE8-4283-B1A1-AA3C8CDD473E}" type="datetimeFigureOut">
              <a:rPr lang="de-CH" smtClean="0"/>
              <a:t>15.01.2026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1F1005-D382-3A49-DE5F-19182013A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38D897-6D1C-61A7-F3BF-CE995FB08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A89-B057-4557-ADD3-AE3B7A26EF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28030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3AD265-278F-7E62-8533-CF369BE33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FCA7436-E3FE-361A-027E-7C41FFDA8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6B95F2-A118-758E-687F-7A52B87CD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13BBEB-7DDC-2869-E29F-F5D8B90B5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A280-DBE8-4283-B1A1-AA3C8CDD473E}" type="datetimeFigureOut">
              <a:rPr lang="de-CH" smtClean="0"/>
              <a:t>15.01.2026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BE8C15-E78D-9648-98F3-FAC2568B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A284AA-1E47-0D25-6D4B-873EA4C6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A89-B057-4557-ADD3-AE3B7A26EF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44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C3A01D-0C7A-8060-A681-85804F12B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20E6B2E-836E-483F-F23B-D31400EC2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D94130-2517-0974-01C9-5A870962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A280-DBE8-4283-B1A1-AA3C8CDD473E}" type="datetimeFigureOut">
              <a:rPr lang="de-CH" smtClean="0"/>
              <a:t>15.01.2026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5F9815-33AB-DE3A-A3A3-DF32D837B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F1E2ED-3492-E18A-075E-51E27A573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A89-B057-4557-ADD3-AE3B7A26EF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32410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E783760-0825-BDE6-AE64-16497D2698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100352F-6417-DE51-58D5-7ED9F88D1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4DD9F3-456A-5F87-2EF1-6446BAD4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9A280-DBE8-4283-B1A1-AA3C8CDD473E}" type="datetimeFigureOut">
              <a:rPr lang="de-CH" smtClean="0"/>
              <a:t>15.01.2026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D1A765-CD92-8216-E96E-5BEA969F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817097-EC19-9263-A387-79E3601B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AA89-B057-4557-ADD3-AE3B7A26EF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2769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6610113-01A8-758E-1FA9-413356693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4A69DE8-7C2F-EB53-E1C7-DA28E2782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9B464D-9F4D-3EC8-58C1-5BB5DBDA1C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9A280-DBE8-4283-B1A1-AA3C8CDD473E}" type="datetimeFigureOut">
              <a:rPr lang="de-CH" smtClean="0"/>
              <a:t>15.01.2026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EE8641-7A4A-B552-5917-B1F076DA2E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835770-4458-EBC2-ED14-31D64C2A9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8AA89-B057-4557-ADD3-AE3B7A26EFF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7268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F5FE56-D4F8-8F64-457C-2F7A506C0C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DEC5153-F8A5-07CB-C92C-F71AE52391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7356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Ammeter</dc:creator>
  <cp:lastModifiedBy>Nicolas Ammeter</cp:lastModifiedBy>
  <cp:revision>1</cp:revision>
  <dcterms:created xsi:type="dcterms:W3CDTF">2026-01-15T11:38:57Z</dcterms:created>
  <dcterms:modified xsi:type="dcterms:W3CDTF">2026-01-15T11:41:13Z</dcterms:modified>
</cp:coreProperties>
</file>